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8625" y="641747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53706" y="735062"/>
            <a:ext cx="43643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390960" y="1651397"/>
            <a:ext cx="23620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75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SafeClick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091145" y="2356247"/>
            <a:ext cx="296170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800"/>
              </a:spcAft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Phishing Detection Tool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095750" y="2977158"/>
            <a:ext cx="952500" cy="28575"/>
          </a:xfrm>
          <a:prstGeom prst="rect">
            <a:avLst/>
          </a:prstGeom>
          <a:solidFill>
            <a:srgbClr val="38B2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786929" y="3386733"/>
            <a:ext cx="3570143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7"/>
              </a:lnSpc>
              <a:spcAft>
                <a:spcPts val="1500"/>
              </a:spcAft>
              <a:buNone/>
            </a:pPr>
            <a:r>
              <a:rPr lang="en-US" sz="1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Design &amp; Architecture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429214" y="4004667"/>
            <a:ext cx="22855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Bhoj Reddy Engineering College for Women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74870" y="4355157"/>
            <a:ext cx="23941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of Computer Science and Engineering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4362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57500" y="1034802"/>
            <a:ext cx="1524000" cy="554236"/>
          </a:xfrm>
          <a:prstGeom prst="roundRect">
            <a:avLst>
              <a:gd name="adj" fmla="val 13749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36570" y="1149102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LAYER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036570" y="1301502"/>
            <a:ext cx="11658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Tkinter GUI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99644" y="1722388"/>
            <a:ext cx="683971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745754" y="2095649"/>
            <a:ext cx="1168896" cy="476101"/>
          </a:xfrm>
          <a:prstGeom prst="roundRect">
            <a:avLst>
              <a:gd name="adj" fmla="val 16005"/>
            </a:avLst>
          </a:prstGeom>
          <a:solidFill>
            <a:srgbClr val="38B2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70082" y="2190899"/>
            <a:ext cx="920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1870082" y="2329904"/>
            <a:ext cx="9202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Clipboard Monitor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009900" y="2095649"/>
            <a:ext cx="1143000" cy="476101"/>
          </a:xfrm>
          <a:prstGeom prst="roundRect">
            <a:avLst>
              <a:gd name="adj" fmla="val 16005"/>
            </a:avLst>
          </a:prstGeom>
          <a:solidFill>
            <a:srgbClr val="38B2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34487" y="2190899"/>
            <a:ext cx="8938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134487" y="2329904"/>
            <a:ext cx="8938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Scanner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248150" y="2095649"/>
            <a:ext cx="1244947" cy="476101"/>
          </a:xfrm>
          <a:prstGeom prst="roundRect">
            <a:avLst>
              <a:gd name="adj" fmla="val 16005"/>
            </a:avLst>
          </a:prstGeom>
          <a:solidFill>
            <a:srgbClr val="38B2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71718" y="2190899"/>
            <a:ext cx="9978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4371718" y="2329904"/>
            <a:ext cx="9978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 Service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99644" y="2705100"/>
            <a:ext cx="683971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667000" y="3078361"/>
            <a:ext cx="1905000" cy="693241"/>
          </a:xfrm>
          <a:prstGeom prst="roundRect">
            <a:avLst>
              <a:gd name="adj" fmla="val 10992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42260" y="3192661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 LAYER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842260" y="3345061"/>
            <a:ext cx="15544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Classification Engine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2842260" y="3537347"/>
            <a:ext cx="15544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Scikit-learn · Random Forest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199644" y="3904952"/>
            <a:ext cx="683971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857500" y="4278213"/>
            <a:ext cx="1524000" cy="554236"/>
          </a:xfrm>
          <a:prstGeom prst="roundRect">
            <a:avLst>
              <a:gd name="adj" fmla="val 13749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036570" y="4392513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LAYER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036570" y="4544913"/>
            <a:ext cx="11658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Database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7162800" y="2097435"/>
            <a:ext cx="1714500" cy="1672382"/>
          </a:xfrm>
          <a:prstGeom prst="roundRect">
            <a:avLst>
              <a:gd name="adj" fmla="val 4556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305675" y="2240310"/>
            <a:ext cx="14573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Layers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7305675" y="2501205"/>
            <a:ext cx="95250" cy="95250"/>
          </a:xfrm>
          <a:prstGeom prst="roundRect">
            <a:avLst>
              <a:gd name="adj" fmla="val 20000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458075" y="2482155"/>
            <a:ext cx="610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Interface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305675" y="2691705"/>
            <a:ext cx="95250" cy="95250"/>
          </a:xfrm>
          <a:prstGeom prst="roundRect">
            <a:avLst>
              <a:gd name="adj" fmla="val 20000"/>
            </a:avLst>
          </a:prstGeom>
          <a:solidFill>
            <a:srgbClr val="38B2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458075" y="2672655"/>
            <a:ext cx="734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Logic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305675" y="2882205"/>
            <a:ext cx="95250" cy="95250"/>
          </a:xfrm>
          <a:prstGeom prst="roundRect">
            <a:avLst>
              <a:gd name="adj" fmla="val 20000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458075" y="2863155"/>
            <a:ext cx="639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Processing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305675" y="3072705"/>
            <a:ext cx="95250" cy="95250"/>
          </a:xfrm>
          <a:prstGeom prst="roundRect">
            <a:avLst>
              <a:gd name="adj" fmla="val 20000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458075" y="3053655"/>
            <a:ext cx="5726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Storage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305675" y="3287018"/>
            <a:ext cx="14287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05675" y="3387030"/>
            <a:ext cx="145732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Three-tier architecture with real-time processing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4362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 Architecture Diagram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5265" y="1709886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SOURCES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228600" y="1970782"/>
            <a:ext cx="1333500" cy="489496"/>
          </a:xfrm>
          <a:prstGeom prst="roundRect">
            <a:avLst>
              <a:gd name="adj" fmla="val 11675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42888" y="1970782"/>
            <a:ext cx="0" cy="489496"/>
          </a:xfrm>
          <a:prstGeom prst="line">
            <a:avLst/>
          </a:prstGeom>
          <a:noFill/>
          <a:ln w="28575">
            <a:solidFill>
              <a:srgbClr val="3182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425" y="2066032"/>
            <a:ext cx="11367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52425" y="2218432"/>
            <a:ext cx="11367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Clipboard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228600" y="2536478"/>
            <a:ext cx="1333500" cy="489496"/>
          </a:xfrm>
          <a:prstGeom prst="roundRect">
            <a:avLst>
              <a:gd name="adj" fmla="val 11675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42888" y="2536478"/>
            <a:ext cx="0" cy="489496"/>
          </a:xfrm>
          <a:prstGeom prst="line">
            <a:avLst/>
          </a:prstGeom>
          <a:noFill/>
          <a:ln w="28575">
            <a:solidFill>
              <a:srgbClr val="3182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425" y="2631728"/>
            <a:ext cx="11367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✏️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425" y="2784128"/>
            <a:ext cx="11367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Input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28600" y="3102173"/>
            <a:ext cx="1333500" cy="489496"/>
          </a:xfrm>
          <a:prstGeom prst="roundRect">
            <a:avLst>
              <a:gd name="adj" fmla="val 11675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42888" y="3102173"/>
            <a:ext cx="0" cy="489496"/>
          </a:xfrm>
          <a:prstGeom prst="line">
            <a:avLst/>
          </a:prstGeom>
          <a:noFill/>
          <a:ln w="28575">
            <a:solidFill>
              <a:srgbClr val="3182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425" y="3197423"/>
            <a:ext cx="11367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52425" y="3349823"/>
            <a:ext cx="11367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Links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28600" y="3667869"/>
            <a:ext cx="1333500" cy="489496"/>
          </a:xfrm>
          <a:prstGeom prst="roundRect">
            <a:avLst>
              <a:gd name="adj" fmla="val 11675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42888" y="3667869"/>
            <a:ext cx="0" cy="489496"/>
          </a:xfrm>
          <a:prstGeom prst="line">
            <a:avLst/>
          </a:prstGeom>
          <a:noFill/>
          <a:ln w="28575">
            <a:solidFill>
              <a:srgbClr val="3182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425" y="3763119"/>
            <a:ext cx="11367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52425" y="3915519"/>
            <a:ext cx="11367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Apps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2105216" y="1621334"/>
            <a:ext cx="48383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PROCESSING ENGINE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2152650" y="1882229"/>
            <a:ext cx="4743450" cy="889397"/>
          </a:xfrm>
          <a:prstGeom prst="roundRect">
            <a:avLst>
              <a:gd name="adj" fmla="val 856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35387" y="2015579"/>
            <a:ext cx="755749" cy="622697"/>
          </a:xfrm>
          <a:prstGeom prst="roundRect">
            <a:avLst>
              <a:gd name="adj" fmla="val 917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63847" y="2110829"/>
            <a:ext cx="4988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3463847" y="2249835"/>
            <a:ext cx="49883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Clipboard</a:t>
            </a:r>
            <a:endParaRPr lang="en-US" sz="825" dirty="0"/>
          </a:p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Listener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205436" y="2015579"/>
            <a:ext cx="666899" cy="622697"/>
          </a:xfrm>
          <a:prstGeom prst="roundRect">
            <a:avLst>
              <a:gd name="adj" fmla="val 917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334784" y="2110829"/>
            <a:ext cx="4082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334784" y="2249835"/>
            <a:ext cx="40820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</a:t>
            </a:r>
            <a:endParaRPr lang="en-US" sz="825" dirty="0"/>
          </a:p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Parser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986635" y="2015579"/>
            <a:ext cx="726728" cy="622697"/>
          </a:xfrm>
          <a:prstGeom prst="roundRect">
            <a:avLst>
              <a:gd name="adj" fmla="val 917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115385" y="2110829"/>
            <a:ext cx="4692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5115385" y="2249835"/>
            <a:ext cx="4692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</a:t>
            </a:r>
            <a:endParaRPr lang="en-US" sz="825" dirty="0"/>
          </a:p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Extractor</a:t>
            </a:r>
            <a:endParaRPr lang="en-US" sz="825" dirty="0"/>
          </a:p>
        </p:txBody>
      </p:sp>
      <p:pic>
        <p:nvPicPr>
          <p:cNvPr id="32" name="Image 0" descr="/tmp/rasterized-gradient-973978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2650" y="2885926"/>
            <a:ext cx="4743450" cy="74295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2241233" y="3019276"/>
            <a:ext cx="45662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 ENGINE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2749302" y="3209776"/>
            <a:ext cx="1128713" cy="285750"/>
          </a:xfrm>
          <a:prstGeom prst="round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2863602" y="3285976"/>
            <a:ext cx="9181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Vectorization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973264" y="3209776"/>
            <a:ext cx="1170980" cy="285750"/>
          </a:xfrm>
          <a:prstGeom prst="round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087564" y="3285976"/>
            <a:ext cx="9612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 Model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5239494" y="3209776"/>
            <a:ext cx="1059954" cy="285750"/>
          </a:xfrm>
          <a:prstGeom prst="roundRect">
            <a:avLst>
              <a:gd name="adj" fmla="val 1333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353794" y="3285976"/>
            <a:ext cx="8479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 Scoring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3733651" y="3743176"/>
            <a:ext cx="1581448" cy="502890"/>
          </a:xfrm>
          <a:prstGeom prst="roundRect">
            <a:avLst>
              <a:gd name="adj" fmla="val 11364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3912147" y="3838426"/>
            <a:ext cx="12244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3912147" y="3990826"/>
            <a:ext cx="12244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· scan_logs.db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472363" y="1633686"/>
            <a:ext cx="14573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825" dirty="0"/>
          </a:p>
        </p:txBody>
      </p:sp>
      <p:sp>
        <p:nvSpPr>
          <p:cNvPr id="44" name="Text 41"/>
          <p:cNvSpPr/>
          <p:nvPr/>
        </p:nvSpPr>
        <p:spPr>
          <a:xfrm>
            <a:off x="7486650" y="1894582"/>
            <a:ext cx="1428750" cy="527596"/>
          </a:xfrm>
          <a:prstGeom prst="roundRect">
            <a:avLst>
              <a:gd name="adj" fmla="val 10832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7588949" y="2008882"/>
            <a:ext cx="12241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SAFE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588949" y="2161282"/>
            <a:ext cx="12241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Legitimate URL</a:t>
            </a:r>
            <a:endParaRPr lang="en-US" sz="825" dirty="0"/>
          </a:p>
        </p:txBody>
      </p:sp>
      <p:sp>
        <p:nvSpPr>
          <p:cNvPr id="47" name="Text 44"/>
          <p:cNvSpPr/>
          <p:nvPr/>
        </p:nvSpPr>
        <p:spPr>
          <a:xfrm>
            <a:off x="7486650" y="2498378"/>
            <a:ext cx="1428750" cy="527596"/>
          </a:xfrm>
          <a:prstGeom prst="roundRect">
            <a:avLst>
              <a:gd name="adj" fmla="val 10832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7588949" y="2612678"/>
            <a:ext cx="12241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PHISHING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7588949" y="2765078"/>
            <a:ext cx="12241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 Triggered</a:t>
            </a:r>
            <a:endParaRPr lang="en-US" sz="825" dirty="0"/>
          </a:p>
        </p:txBody>
      </p:sp>
      <p:sp>
        <p:nvSpPr>
          <p:cNvPr id="50" name="Text 47"/>
          <p:cNvSpPr/>
          <p:nvPr/>
        </p:nvSpPr>
        <p:spPr>
          <a:xfrm>
            <a:off x="7486650" y="3102173"/>
            <a:ext cx="1428750" cy="527596"/>
          </a:xfrm>
          <a:prstGeom prst="roundRect">
            <a:avLst>
              <a:gd name="adj" fmla="val 10832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7588949" y="3216473"/>
            <a:ext cx="12241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7588949" y="3368873"/>
            <a:ext cx="12241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Log</a:t>
            </a:r>
            <a:endParaRPr lang="en-US" sz="825" dirty="0"/>
          </a:p>
        </p:txBody>
      </p:sp>
      <p:sp>
        <p:nvSpPr>
          <p:cNvPr id="53" name="Text 50"/>
          <p:cNvSpPr/>
          <p:nvPr/>
        </p:nvSpPr>
        <p:spPr>
          <a:xfrm>
            <a:off x="7486650" y="3705969"/>
            <a:ext cx="1428750" cy="527596"/>
          </a:xfrm>
          <a:prstGeom prst="roundRect">
            <a:avLst>
              <a:gd name="adj" fmla="val 10832"/>
            </a:avLst>
          </a:prstGeom>
          <a:solidFill>
            <a:srgbClr val="805A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7588949" y="3820269"/>
            <a:ext cx="12241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588949" y="3972669"/>
            <a:ext cx="12241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 Notify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4362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Flow Diagram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5375" y="9525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80517" y="105727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8676" y="1657350"/>
            <a:ext cx="609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Copied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003021" y="1975396"/>
            <a:ext cx="6609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copies URL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1885950" y="109537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90775" y="9525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38B2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75917" y="105727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03166" y="1657350"/>
            <a:ext cx="4514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Detected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235120" y="1975396"/>
            <a:ext cx="7874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Clipboard monitored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181350" y="109537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86175" y="9525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805A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71317" y="105727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80655" y="1657350"/>
            <a:ext cx="4871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Extracted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692496" y="1975396"/>
            <a:ext cx="46346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parsed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476750" y="109537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1575" y="9525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66717" y="105727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96852" y="1657350"/>
            <a:ext cx="4455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975296" y="1975396"/>
            <a:ext cx="48865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30+ features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5772150" y="109537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76975" y="9525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62117" y="105727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06179" y="1657350"/>
            <a:ext cx="617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Analysis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257487" y="1975396"/>
            <a:ext cx="51522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Classification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7067550" y="109537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572375" y="9525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757517" y="105727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647158" y="1657350"/>
            <a:ext cx="3266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7540593" y="1975396"/>
            <a:ext cx="5396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Safe/Phishing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304800" y="2285851"/>
            <a:ext cx="8534400" cy="2629049"/>
          </a:xfrm>
          <a:prstGeom prst="roundRect">
            <a:avLst>
              <a:gd name="adj" fmla="val 4348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57200" y="3165128"/>
            <a:ext cx="952500" cy="870496"/>
          </a:xfrm>
          <a:prstGeom prst="roundRect">
            <a:avLst>
              <a:gd name="adj" fmla="val 8754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12158" y="3279428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0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14587" y="3774728"/>
            <a:ext cx="2377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1562100" y="3442246"/>
            <a:ext cx="381000" cy="19050"/>
          </a:xfrm>
          <a:prstGeom prst="rect">
            <a:avLst/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674726" y="3632746"/>
            <a:ext cx="15560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6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095500" y="3253680"/>
            <a:ext cx="821978" cy="693241"/>
          </a:xfrm>
          <a:prstGeom prst="roundRect">
            <a:avLst>
              <a:gd name="adj" fmla="val 10992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203866" y="3367980"/>
            <a:ext cx="6052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MONITOR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203866" y="3539430"/>
            <a:ext cx="60524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Clipboard</a:t>
            </a:r>
            <a:endParaRPr lang="en-US" sz="825" dirty="0"/>
          </a:p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Listener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3069878" y="3590776"/>
            <a:ext cx="285750" cy="19050"/>
          </a:xfrm>
          <a:prstGeom prst="rect">
            <a:avLst/>
          </a:prstGeom>
          <a:solidFill>
            <a:srgbClr val="38B2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508028" y="3253680"/>
            <a:ext cx="818555" cy="693241"/>
          </a:xfrm>
          <a:prstGeom prst="roundRect">
            <a:avLst>
              <a:gd name="adj" fmla="val 10992"/>
            </a:avLst>
          </a:prstGeom>
          <a:solidFill>
            <a:srgbClr val="38B2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616428" y="3367980"/>
            <a:ext cx="601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EXTRACT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616428" y="3539430"/>
            <a:ext cx="60175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</a:t>
            </a:r>
            <a:endParaRPr lang="en-US" sz="825" dirty="0"/>
          </a:p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Extraction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4478982" y="3590776"/>
            <a:ext cx="285750" cy="19050"/>
          </a:xfrm>
          <a:prstGeom prst="rect">
            <a:avLst/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917132" y="3253680"/>
            <a:ext cx="834479" cy="693241"/>
          </a:xfrm>
          <a:prstGeom prst="roundRect">
            <a:avLst>
              <a:gd name="adj" fmla="val 10992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025374" y="3367980"/>
            <a:ext cx="6179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CLASSIFY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025374" y="3539430"/>
            <a:ext cx="61799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</a:t>
            </a:r>
            <a:endParaRPr lang="en-US" sz="825" dirty="0"/>
          </a:p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Forest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5904012" y="3590776"/>
            <a:ext cx="285750" cy="19050"/>
          </a:xfrm>
          <a:prstGeom prst="rect">
            <a:avLst/>
          </a:prstGeom>
          <a:solidFill>
            <a:srgbClr val="805A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342162" y="3276451"/>
            <a:ext cx="747861" cy="285750"/>
          </a:xfrm>
          <a:prstGeom prst="roundRect">
            <a:avLst>
              <a:gd name="adj" fmla="val 20000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456462" y="3352651"/>
            <a:ext cx="5296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Safe URL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342162" y="3638401"/>
            <a:ext cx="747861" cy="285750"/>
          </a:xfrm>
          <a:prstGeom prst="roundRect">
            <a:avLst>
              <a:gd name="adj" fmla="val 20000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456462" y="3714601"/>
            <a:ext cx="5296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Phishing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242423" y="3590776"/>
            <a:ext cx="285750" cy="19050"/>
          </a:xfrm>
          <a:prstGeom prst="rect">
            <a:avLst/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7680573" y="3115568"/>
            <a:ext cx="778818" cy="272355"/>
          </a:xfrm>
          <a:prstGeom prst="roundRect">
            <a:avLst>
              <a:gd name="adj" fmla="val 20984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789371" y="3191768"/>
            <a:ext cx="5612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💾 SQLite</a:t>
            </a:r>
            <a:endParaRPr lang="en-US" sz="675" dirty="0"/>
          </a:p>
        </p:txBody>
      </p:sp>
      <p:sp>
        <p:nvSpPr>
          <p:cNvPr id="58" name="Text 56"/>
          <p:cNvSpPr/>
          <p:nvPr/>
        </p:nvSpPr>
        <p:spPr>
          <a:xfrm>
            <a:off x="7680573" y="3464123"/>
            <a:ext cx="778818" cy="272355"/>
          </a:xfrm>
          <a:prstGeom prst="roundRect">
            <a:avLst>
              <a:gd name="adj" fmla="val 20984"/>
            </a:avLst>
          </a:prstGeom>
          <a:solidFill>
            <a:srgbClr val="805A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7789371" y="3540323"/>
            <a:ext cx="5612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Alert</a:t>
            </a:r>
            <a:endParaRPr lang="en-US" sz="675" dirty="0"/>
          </a:p>
        </p:txBody>
      </p:sp>
      <p:sp>
        <p:nvSpPr>
          <p:cNvPr id="60" name="Text 58"/>
          <p:cNvSpPr/>
          <p:nvPr/>
        </p:nvSpPr>
        <p:spPr>
          <a:xfrm>
            <a:off x="7680573" y="3812679"/>
            <a:ext cx="778818" cy="272355"/>
          </a:xfrm>
          <a:prstGeom prst="roundRect">
            <a:avLst>
              <a:gd name="adj" fmla="val 20984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7789371" y="3888879"/>
            <a:ext cx="5612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Dashboard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 Model Architecture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85750" y="1823145"/>
            <a:ext cx="27288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Extraction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285750" y="2045940"/>
            <a:ext cx="2675334" cy="481905"/>
          </a:xfrm>
          <a:prstGeom prst="roundRect">
            <a:avLst>
              <a:gd name="adj" fmla="val 11859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141190"/>
            <a:ext cx="25345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Features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1000" y="2312640"/>
            <a:ext cx="25345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Length, domain, subdomains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285750" y="2604046"/>
            <a:ext cx="2675334" cy="481905"/>
          </a:xfrm>
          <a:prstGeom prst="roundRect">
            <a:avLst>
              <a:gd name="adj" fmla="val 11859"/>
            </a:avLst>
          </a:prstGeom>
          <a:solidFill>
            <a:srgbClr val="38B2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1000" y="2699296"/>
            <a:ext cx="25345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Lexical Features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1000" y="2870746"/>
            <a:ext cx="25345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Keywords, TLD, paths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285750" y="3162151"/>
            <a:ext cx="2675334" cy="481905"/>
          </a:xfrm>
          <a:prstGeom prst="roundRect">
            <a:avLst>
              <a:gd name="adj" fmla="val 11859"/>
            </a:avLst>
          </a:prstGeom>
          <a:solidFill>
            <a:srgbClr val="805A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1000" y="3257401"/>
            <a:ext cx="25345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Features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81000" y="3428851"/>
            <a:ext cx="25345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HTTPS, certificates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139773" y="2573685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51634" y="1917502"/>
            <a:ext cx="35473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 Classifier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551634" y="2140297"/>
            <a:ext cx="3477816" cy="659011"/>
          </a:xfrm>
          <a:prstGeom prst="roundRect">
            <a:avLst>
              <a:gd name="adj" fmla="val 11563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633442" y="2254597"/>
            <a:ext cx="3314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Ensemble Learning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77221" y="2464147"/>
            <a:ext cx="407938" cy="220861"/>
          </a:xfrm>
          <a:prstGeom prst="roundRect">
            <a:avLst>
              <a:gd name="adj" fmla="val 1725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72471" y="2521297"/>
            <a:ext cx="22178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Tree 1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142309" y="2464147"/>
            <a:ext cx="407938" cy="220861"/>
          </a:xfrm>
          <a:prstGeom prst="roundRect">
            <a:avLst>
              <a:gd name="adj" fmla="val 1725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37559" y="2521297"/>
            <a:ext cx="22178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Tree 2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607397" y="2464147"/>
            <a:ext cx="296466" cy="220861"/>
          </a:xfrm>
          <a:prstGeom prst="roundRect">
            <a:avLst>
              <a:gd name="adj" fmla="val 1725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702647" y="2521297"/>
            <a:ext cx="108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...n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551634" y="2875508"/>
            <a:ext cx="3477816" cy="674191"/>
          </a:xfrm>
          <a:prstGeom prst="roundRect">
            <a:avLst>
              <a:gd name="adj" fmla="val 847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646884" y="2970758"/>
            <a:ext cx="3353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Metrics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636435" y="3161258"/>
            <a:ext cx="106582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8B2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95%+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36435" y="3347889"/>
            <a:ext cx="106582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757557" y="3161258"/>
            <a:ext cx="106582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8B2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94%+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57557" y="3347889"/>
            <a:ext cx="106582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878680" y="3161258"/>
            <a:ext cx="106582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8B2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93%+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78680" y="3347889"/>
            <a:ext cx="106582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7208139" y="2573685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8A1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620000" y="1870918"/>
            <a:ext cx="12630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7620000" y="2093714"/>
            <a:ext cx="1238250" cy="615107"/>
          </a:xfrm>
          <a:prstGeom prst="roundRect">
            <a:avLst>
              <a:gd name="adj" fmla="val 12388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724204" y="2208014"/>
            <a:ext cx="102984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724204" y="2447925"/>
            <a:ext cx="10298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7607618" y="2785021"/>
            <a:ext cx="12630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7620000" y="2981176"/>
            <a:ext cx="1238250" cy="615107"/>
          </a:xfrm>
          <a:prstGeom prst="roundRect">
            <a:avLst>
              <a:gd name="adj" fmla="val 12388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724204" y="3095476"/>
            <a:ext cx="102984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724204" y="3335387"/>
            <a:ext cx="10298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PHISHING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Design (SQLite Schema)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85750" y="1194792"/>
            <a:ext cx="48323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 Relationship Diagram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5750" y="1469082"/>
            <a:ext cx="4737646" cy="988368"/>
          </a:xfrm>
          <a:prstGeom prst="roundRect">
            <a:avLst>
              <a:gd name="adj" fmla="val 7710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85750" y="1469082"/>
            <a:ext cx="4737646" cy="298996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50" y="1545282"/>
            <a:ext cx="45992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285750" y="1768078"/>
            <a:ext cx="4737646" cy="6893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1844278"/>
            <a:ext cx="459922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user_id (PK) - INTEGER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400050" y="1983284"/>
            <a:ext cx="459922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username - VARCHAR(50)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00050" y="2122289"/>
            <a:ext cx="459922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password_hash - VARCHAR(255)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00050" y="2261295"/>
            <a:ext cx="459922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- VARCHAR(20)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238374" y="2571750"/>
            <a:ext cx="48323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1:N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38374" y="2705100"/>
            <a:ext cx="483239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5750" y="3006030"/>
            <a:ext cx="4737646" cy="1266379"/>
          </a:xfrm>
          <a:prstGeom prst="roundRect">
            <a:avLst>
              <a:gd name="adj" fmla="val 6017"/>
            </a:avLst>
          </a:prstGeom>
          <a:solidFill>
            <a:srgbClr val="38B2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85750" y="3006030"/>
            <a:ext cx="4737646" cy="298996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0050" y="3082230"/>
            <a:ext cx="45992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scan_logs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85750" y="3305026"/>
            <a:ext cx="4737646" cy="96738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0050" y="3381226"/>
            <a:ext cx="459922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log_id (PK) - INTEGER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00050" y="3520232"/>
            <a:ext cx="459922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user_id (FK) - INTEGER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00050" y="3659237"/>
            <a:ext cx="459922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- TEXT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00050" y="3798243"/>
            <a:ext cx="459922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- VARCHAR(20)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00050" y="3937248"/>
            <a:ext cx="459922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 - DECIMAL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00050" y="4076254"/>
            <a:ext cx="459922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timestamp - DATETIME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5213896" y="1544092"/>
            <a:ext cx="37172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Specifications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13896" y="1799332"/>
            <a:ext cx="3644354" cy="577155"/>
          </a:xfrm>
          <a:prstGeom prst="roundRect">
            <a:avLst>
              <a:gd name="adj" fmla="val 13203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18671" y="1904107"/>
            <a:ext cx="3503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Values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318671" y="2094607"/>
            <a:ext cx="328761" cy="177105"/>
          </a:xfrm>
          <a:prstGeom prst="roundRect">
            <a:avLst>
              <a:gd name="adj" fmla="val 53782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394871" y="2123182"/>
            <a:ext cx="1798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5704582" y="2094607"/>
            <a:ext cx="481310" cy="177105"/>
          </a:xfrm>
          <a:prstGeom prst="roundRect">
            <a:avLst>
              <a:gd name="adj" fmla="val 53782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80782" y="2123182"/>
            <a:ext cx="3354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Phishing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6243042" y="2094607"/>
            <a:ext cx="567035" cy="177105"/>
          </a:xfrm>
          <a:prstGeom prst="roundRect">
            <a:avLst>
              <a:gd name="adj" fmla="val 53782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319242" y="2123182"/>
            <a:ext cx="4229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Suspicious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5213896" y="2471738"/>
            <a:ext cx="3644354" cy="577155"/>
          </a:xfrm>
          <a:prstGeom prst="roundRect">
            <a:avLst>
              <a:gd name="adj" fmla="val 13203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18671" y="2576513"/>
            <a:ext cx="3503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Types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318671" y="2767013"/>
            <a:ext cx="533698" cy="177105"/>
          </a:xfrm>
          <a:prstGeom prst="roundRect">
            <a:avLst>
              <a:gd name="adj" fmla="val 53782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394871" y="2795588"/>
            <a:ext cx="388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5909518" y="2767013"/>
            <a:ext cx="433685" cy="177105"/>
          </a:xfrm>
          <a:prstGeom prst="roundRect">
            <a:avLst>
              <a:gd name="adj" fmla="val 53782"/>
            </a:avLst>
          </a:prstGeom>
          <a:solidFill>
            <a:srgbClr val="805A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985718" y="2795588"/>
            <a:ext cx="2869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5213896" y="3144143"/>
            <a:ext cx="3644354" cy="778966"/>
          </a:xfrm>
          <a:prstGeom prst="roundRect">
            <a:avLst>
              <a:gd name="adj" fmla="val 9782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309146" y="3239393"/>
            <a:ext cx="35229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309146" y="3429893"/>
            <a:ext cx="35229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Auto-increment primary keys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5309146" y="3568898"/>
            <a:ext cx="35229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Foreign key constraints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5309146" y="3707904"/>
            <a:ext cx="35229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Indexed timestamps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Design &amp; Class Structure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85750" y="1643360"/>
            <a:ext cx="2781300" cy="1432173"/>
          </a:xfrm>
          <a:prstGeom prst="roundRect">
            <a:avLst>
              <a:gd name="adj" fmla="val 532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85750" y="1965275"/>
            <a:ext cx="2781300" cy="0"/>
          </a:xfrm>
          <a:prstGeom prst="line">
            <a:avLst/>
          </a:prstGeom>
          <a:noFill/>
          <a:ln w="19050">
            <a:solidFill>
              <a:srgbClr val="38B2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0050" y="1719560"/>
            <a:ext cx="26037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SafeClickApp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85750" y="1974800"/>
            <a:ext cx="2781300" cy="550366"/>
          </a:xfrm>
          <a:prstGeom prst="rect">
            <a:avLst/>
          </a:prstGeom>
          <a:solidFill>
            <a:srgbClr val="2C52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2051000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root: Tk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400050" y="2190006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monitor: ClipboardMonitor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400050" y="2329011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classifier: URLClassifier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285750" y="2525167"/>
            <a:ext cx="2781300" cy="550366"/>
          </a:xfrm>
          <a:prstGeom prst="rect">
            <a:avLst/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0050" y="2601367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start()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00050" y="2740372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stop()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00050" y="2879378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scan_url()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285750" y="3170783"/>
            <a:ext cx="2781300" cy="653207"/>
          </a:xfrm>
          <a:prstGeom prst="roundRect">
            <a:avLst>
              <a:gd name="adj" fmla="val 11666"/>
            </a:avLst>
          </a:prstGeom>
          <a:solidFill>
            <a:srgbClr val="38B2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85750" y="3441204"/>
            <a:ext cx="2781300" cy="0"/>
          </a:xfrm>
          <a:prstGeom prst="line">
            <a:avLst/>
          </a:prstGeom>
          <a:noFill/>
          <a:ln w="19050">
            <a:solidFill>
              <a:srgbClr val="2C7A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0050" y="3227933"/>
            <a:ext cx="26037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ClipboardMonitor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85750" y="3450729"/>
            <a:ext cx="2781300" cy="373261"/>
          </a:xfrm>
          <a:prstGeom prst="rect">
            <a:avLst/>
          </a:prstGeom>
          <a:solidFill>
            <a:srgbClr val="2C7A7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0050" y="3507879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start_monitoring()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00050" y="3646884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on_url_detected()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3181350" y="1776710"/>
            <a:ext cx="2781300" cy="1026468"/>
          </a:xfrm>
          <a:prstGeom prst="roundRect">
            <a:avLst>
              <a:gd name="adj" fmla="val 7424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181350" y="2047131"/>
            <a:ext cx="2781300" cy="0"/>
          </a:xfrm>
          <a:prstGeom prst="line">
            <a:avLst/>
          </a:prstGeom>
          <a:noFill/>
          <a:ln w="19050">
            <a:solidFill>
              <a:srgbClr val="C5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5650" y="1833860"/>
            <a:ext cx="26037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URLClassifier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181350" y="2056656"/>
            <a:ext cx="2781300" cy="234255"/>
          </a:xfrm>
          <a:prstGeom prst="rect">
            <a:avLst/>
          </a:prstGeom>
          <a:solidFill>
            <a:srgbClr val="C53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95650" y="2113806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model: RandomForest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3181350" y="2290911"/>
            <a:ext cx="2781300" cy="512266"/>
          </a:xfrm>
          <a:prstGeom prst="rect">
            <a:avLst/>
          </a:prstGeom>
          <a:solidFill>
            <a:srgbClr val="9B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295650" y="2348061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load_model()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3295650" y="2487067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predict()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3295650" y="2626072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extract_features()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3181350" y="2898428"/>
            <a:ext cx="2781300" cy="792212"/>
          </a:xfrm>
          <a:prstGeom prst="roundRect">
            <a:avLst>
              <a:gd name="adj" fmla="val 9619"/>
            </a:avLst>
          </a:prstGeom>
          <a:solidFill>
            <a:srgbClr val="805A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181350" y="3168848"/>
            <a:ext cx="2781300" cy="0"/>
          </a:xfrm>
          <a:prstGeom prst="line">
            <a:avLst/>
          </a:prstGeom>
          <a:noFill/>
          <a:ln w="19050">
            <a:solidFill>
              <a:srgbClr val="6B46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5650" y="2955578"/>
            <a:ext cx="26037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FeatureExtractor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3181350" y="3178373"/>
            <a:ext cx="2781300" cy="512266"/>
          </a:xfrm>
          <a:prstGeom prst="rect">
            <a:avLst/>
          </a:prstGeom>
          <a:solidFill>
            <a:srgbClr val="553C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295650" y="3235523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get_url_length()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3295650" y="3374529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check_https()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3295650" y="3513534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extract_all()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6076950" y="1589038"/>
            <a:ext cx="2781300" cy="653207"/>
          </a:xfrm>
          <a:prstGeom prst="roundRect">
            <a:avLst>
              <a:gd name="adj" fmla="val 11666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076950" y="1859459"/>
            <a:ext cx="2781300" cy="0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1250" y="1646188"/>
            <a:ext cx="26037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NotificationManager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6076950" y="1868984"/>
            <a:ext cx="2781300" cy="373261"/>
          </a:xfrm>
          <a:prstGeom prst="rect">
            <a:avLst/>
          </a:prstGeom>
          <a:solidFill>
            <a:srgbClr val="975A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191250" y="1926134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show_alert()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6191250" y="2065139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show_safe()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6076950" y="2337495"/>
            <a:ext cx="2781300" cy="792212"/>
          </a:xfrm>
          <a:prstGeom prst="roundRect">
            <a:avLst>
              <a:gd name="adj" fmla="val 9619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076950" y="2607915"/>
            <a:ext cx="27813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91250" y="2394645"/>
            <a:ext cx="26037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DatabaseManager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6076950" y="2617440"/>
            <a:ext cx="2781300" cy="512266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91250" y="2674590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insert_log()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6191250" y="2813596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get_logs()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6191250" y="2952601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get_stats()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6076950" y="3224957"/>
            <a:ext cx="2781300" cy="653207"/>
          </a:xfrm>
          <a:prstGeom prst="roundRect">
            <a:avLst>
              <a:gd name="adj" fmla="val 11666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6076950" y="3495377"/>
            <a:ext cx="2781300" cy="0"/>
          </a:xfrm>
          <a:prstGeom prst="line">
            <a:avLst/>
          </a:prstGeom>
          <a:noFill/>
          <a:ln w="19050">
            <a:solidFill>
              <a:srgbClr val="2C52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91250" y="3282107"/>
            <a:ext cx="26037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DashboardUI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6076950" y="3504902"/>
            <a:ext cx="2781300" cy="373261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191250" y="3562052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render()</a:t>
            </a:r>
            <a:endParaRPr lang="en-US" sz="675" dirty="0"/>
          </a:p>
        </p:txBody>
      </p:sp>
      <p:sp>
        <p:nvSpPr>
          <p:cNvPr id="54" name="Text 52"/>
          <p:cNvSpPr/>
          <p:nvPr/>
        </p:nvSpPr>
        <p:spPr>
          <a:xfrm>
            <a:off x="6191250" y="3701058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refresh_data()</a:t>
            </a:r>
            <a:endParaRPr lang="en-US" sz="6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Diagram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4168" y="2358330"/>
            <a:ext cx="4850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dirty="0">
                <a:solidFill>
                  <a:srgbClr val="1A20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24168" y="2948880"/>
            <a:ext cx="4850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13117" y="2640360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318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14500" y="1547961"/>
            <a:ext cx="5715000" cy="2371279"/>
          </a:xfrm>
          <a:prstGeom prst="roundRect">
            <a:avLst>
              <a:gd name="adj" fmla="val 6427"/>
            </a:avLst>
          </a:prstGeom>
          <a:noFill/>
          <a:ln w="28575">
            <a:solidFill>
              <a:srgbClr val="3182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876425" y="1709886"/>
            <a:ext cx="54989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318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SafeClick System</a:t>
            </a:r>
            <a:endParaRPr lang="en-US" sz="825" dirty="0"/>
          </a:p>
        </p:txBody>
      </p:sp>
      <p:pic>
        <p:nvPicPr>
          <p:cNvPr id="8" name="Image 0" descr="/tmp/rasterized-gradient-44e0c7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6425" y="1970782"/>
            <a:ext cx="2638425" cy="3751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05489" y="2085082"/>
            <a:ext cx="23802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URL Scan</a:t>
            </a:r>
            <a:endParaRPr lang="en-US" sz="825" dirty="0"/>
          </a:p>
        </p:txBody>
      </p:sp>
      <p:pic>
        <p:nvPicPr>
          <p:cNvPr id="10" name="Image 1" descr="/tmp/rasterized-gradient-68e0c2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425" y="2441228"/>
            <a:ext cx="2638425" cy="3751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05489" y="2555528"/>
            <a:ext cx="23802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Dashboard</a:t>
            </a:r>
            <a:endParaRPr lang="en-US" sz="825" dirty="0"/>
          </a:p>
        </p:txBody>
      </p:sp>
      <p:pic>
        <p:nvPicPr>
          <p:cNvPr id="12" name="Image 2" descr="/tmp/rasterized-gradient-0917934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425" y="2911673"/>
            <a:ext cx="2638425" cy="3751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05489" y="3025973"/>
            <a:ext cx="23802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 Alerts</a:t>
            </a:r>
            <a:endParaRPr lang="en-US" sz="825" dirty="0"/>
          </a:p>
        </p:txBody>
      </p:sp>
      <p:pic>
        <p:nvPicPr>
          <p:cNvPr id="14" name="Image 3" descr="/tmp/rasterized-gradient-49429c0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6425" y="3382119"/>
            <a:ext cx="2638425" cy="3751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005489" y="3496419"/>
            <a:ext cx="23802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Settings</a:t>
            </a:r>
            <a:endParaRPr lang="en-US" sz="825" dirty="0"/>
          </a:p>
        </p:txBody>
      </p:sp>
      <p:pic>
        <p:nvPicPr>
          <p:cNvPr id="16" name="Image 4" descr="/tmp/rasterized-gradient-073e8ae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150" y="1970782"/>
            <a:ext cx="2638425" cy="37519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758214" y="2085082"/>
            <a:ext cx="23802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/ Logout</a:t>
            </a:r>
            <a:endParaRPr lang="en-US" sz="825" dirty="0"/>
          </a:p>
        </p:txBody>
      </p:sp>
      <p:pic>
        <p:nvPicPr>
          <p:cNvPr id="18" name="Image 5" descr="/tmp/rasterized-gradient-c0328aa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9150" y="2441228"/>
            <a:ext cx="2638425" cy="37519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758214" y="2555528"/>
            <a:ext cx="23802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Logs</a:t>
            </a:r>
            <a:endParaRPr lang="en-US" sz="825" dirty="0"/>
          </a:p>
        </p:txBody>
      </p:sp>
      <p:pic>
        <p:nvPicPr>
          <p:cNvPr id="20" name="Image 6" descr="/tmp/rasterized-gradient-a26cfed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9150" y="2911673"/>
            <a:ext cx="2638425" cy="37519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758214" y="3025973"/>
            <a:ext cx="23802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Statistics</a:t>
            </a:r>
            <a:endParaRPr lang="en-US" sz="825" dirty="0"/>
          </a:p>
        </p:txBody>
      </p:sp>
      <p:pic>
        <p:nvPicPr>
          <p:cNvPr id="22" name="Image 7" descr="/tmp/rasterized-gradient-23c735a5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9150" y="3382119"/>
            <a:ext cx="2638425" cy="37519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4758214" y="3496419"/>
            <a:ext cx="23802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Old Logs</a:t>
            </a:r>
            <a:endParaRPr lang="en-US" sz="825" dirty="0"/>
          </a:p>
        </p:txBody>
      </p:sp>
      <p:sp>
        <p:nvSpPr>
          <p:cNvPr id="24" name="Text 14"/>
          <p:cNvSpPr/>
          <p:nvPr/>
        </p:nvSpPr>
        <p:spPr>
          <a:xfrm>
            <a:off x="7694866" y="2640360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</a:t>
            </a:r>
            <a:endParaRPr lang="en-US" sz="1050" dirty="0"/>
          </a:p>
        </p:txBody>
      </p:sp>
      <p:sp>
        <p:nvSpPr>
          <p:cNvPr id="25" name="Text 15"/>
          <p:cNvSpPr/>
          <p:nvPr/>
        </p:nvSpPr>
        <p:spPr>
          <a:xfrm>
            <a:off x="8234668" y="2358330"/>
            <a:ext cx="4850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dirty="0">
                <a:solidFill>
                  <a:srgbClr val="1A20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👨‍💼</a:t>
            </a:r>
            <a:endParaRPr lang="en-US" sz="3000" dirty="0"/>
          </a:p>
        </p:txBody>
      </p:sp>
      <p:sp>
        <p:nvSpPr>
          <p:cNvPr id="26" name="Text 16"/>
          <p:cNvSpPr/>
          <p:nvPr/>
        </p:nvSpPr>
        <p:spPr>
          <a:xfrm>
            <a:off x="8234668" y="2948880"/>
            <a:ext cx="4850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 Diagram: URL Scan Process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60325" y="704850"/>
            <a:ext cx="952500" cy="285750"/>
          </a:xfrm>
          <a:prstGeom prst="roundRect">
            <a:avLst>
              <a:gd name="adj" fmla="val 20000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7955" y="781050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914376" y="704850"/>
            <a:ext cx="952500" cy="285750"/>
          </a:xfrm>
          <a:prstGeom prst="roundRect">
            <a:avLst>
              <a:gd name="adj" fmla="val 20000"/>
            </a:avLst>
          </a:prstGeom>
          <a:solidFill>
            <a:srgbClr val="38B2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02006" y="781050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Clipboard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368427" y="704850"/>
            <a:ext cx="952500" cy="285750"/>
          </a:xfrm>
          <a:prstGeom prst="roundRect">
            <a:avLst>
              <a:gd name="adj" fmla="val 20000"/>
            </a:avLst>
          </a:prstGeom>
          <a:solidFill>
            <a:srgbClr val="805A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56057" y="781050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Extractor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822478" y="704850"/>
            <a:ext cx="952500" cy="285750"/>
          </a:xfrm>
          <a:prstGeom prst="roundRect">
            <a:avLst>
              <a:gd name="adj" fmla="val 20000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10108" y="781050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Classifier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276529" y="704850"/>
            <a:ext cx="952500" cy="285750"/>
          </a:xfrm>
          <a:prstGeom prst="roundRect">
            <a:avLst>
              <a:gd name="adj" fmla="val 20000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64159" y="781050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730579" y="704850"/>
            <a:ext cx="952500" cy="285750"/>
          </a:xfrm>
          <a:prstGeom prst="roundRect">
            <a:avLst>
              <a:gd name="adj" fmla="val 20000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18209" y="781050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85750" y="1085850"/>
            <a:ext cx="8572500" cy="3676650"/>
          </a:xfrm>
          <a:prstGeom prst="roundRect">
            <a:avLst>
              <a:gd name="adj" fmla="val 2073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0050" y="2219623"/>
            <a:ext cx="952500" cy="220861"/>
          </a:xfrm>
          <a:prstGeom prst="roundRect">
            <a:avLst>
              <a:gd name="adj" fmla="val 17251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8818" y="2276773"/>
            <a:ext cx="8549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Copy URL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1428750" y="2249984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18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19250" y="2219623"/>
            <a:ext cx="7124700" cy="220861"/>
          </a:xfrm>
          <a:prstGeom prst="roundRect">
            <a:avLst>
              <a:gd name="adj" fmla="val 17251"/>
            </a:avLst>
          </a:prstGeom>
          <a:solidFill>
            <a:srgbClr val="38B2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606296" y="2276773"/>
            <a:ext cx="715060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URL Detected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1504950" y="2516684"/>
            <a:ext cx="762000" cy="220861"/>
          </a:xfrm>
          <a:prstGeom prst="roundRect">
            <a:avLst>
              <a:gd name="adj" fmla="val 17251"/>
            </a:avLst>
          </a:prstGeom>
          <a:solidFill>
            <a:srgbClr val="38B2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555623" y="2573834"/>
            <a:ext cx="66065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URL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343150" y="2547045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05A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33650" y="2516684"/>
            <a:ext cx="6210300" cy="220861"/>
          </a:xfrm>
          <a:prstGeom prst="roundRect">
            <a:avLst>
              <a:gd name="adj" fmla="val 17251"/>
            </a:avLst>
          </a:prstGeom>
          <a:solidFill>
            <a:srgbClr val="805A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529840" y="2573834"/>
            <a:ext cx="621792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Extract Features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609850" y="2813745"/>
            <a:ext cx="762000" cy="220861"/>
          </a:xfrm>
          <a:prstGeom prst="roundRect">
            <a:avLst>
              <a:gd name="adj" fmla="val 17251"/>
            </a:avLst>
          </a:prstGeom>
          <a:solidFill>
            <a:srgbClr val="805A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660523" y="2870895"/>
            <a:ext cx="66065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448050" y="2844105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38550" y="2813745"/>
            <a:ext cx="5105400" cy="220861"/>
          </a:xfrm>
          <a:prstGeom prst="roundRect">
            <a:avLst>
              <a:gd name="adj" fmla="val 17251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645789" y="2870895"/>
            <a:ext cx="509092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ML Prediction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714750" y="3110805"/>
            <a:ext cx="762000" cy="220861"/>
          </a:xfrm>
          <a:prstGeom prst="roundRect">
            <a:avLst>
              <a:gd name="adj" fmla="val 17251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765423" y="3167955"/>
            <a:ext cx="66065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552950" y="3141166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43450" y="3110805"/>
            <a:ext cx="4000500" cy="220861"/>
          </a:xfrm>
          <a:prstGeom prst="roundRect">
            <a:avLst>
              <a:gd name="adj" fmla="val 17251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61738" y="3167955"/>
            <a:ext cx="396392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Log to DB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819650" y="3407866"/>
            <a:ext cx="762000" cy="220861"/>
          </a:xfrm>
          <a:prstGeom prst="roundRect">
            <a:avLst>
              <a:gd name="adj" fmla="val 17251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70323" y="3465016"/>
            <a:ext cx="66065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5657850" y="3438227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69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48350" y="3407866"/>
            <a:ext cx="2895600" cy="220861"/>
          </a:xfrm>
          <a:prstGeom prst="roundRect">
            <a:avLst>
              <a:gd name="adj" fmla="val 17251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877687" y="3465016"/>
            <a:ext cx="283692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Show Alert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85750" y="2015430"/>
            <a:ext cx="2028825" cy="350490"/>
          </a:xfrm>
          <a:prstGeom prst="roundRect">
            <a:avLst>
              <a:gd name="adj" fmla="val 21741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2110680"/>
            <a:ext cx="17973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/ 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2461171"/>
            <a:ext cx="2028825" cy="990600"/>
          </a:xfrm>
          <a:prstGeom prst="rect">
            <a:avLst/>
          </a:prstGeom>
          <a:solidFill>
            <a:srgbClr val="EBF8FF"/>
          </a:solidFill>
          <a:ln w="9525">
            <a:solidFill>
              <a:srgbClr val="BEE3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8625" y="2604046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201" y="2676376"/>
            <a:ext cx="1361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9625" y="2623096"/>
            <a:ext cx="6170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Tkinter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809625" y="2769691"/>
            <a:ext cx="6170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 Framework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28625" y="3004096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C52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2684" y="3089821"/>
            <a:ext cx="1188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ttk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09625" y="3023146"/>
            <a:ext cx="6609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ttk Widgets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809625" y="3169741"/>
            <a:ext cx="6609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Themed Widgets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2466975" y="2015430"/>
            <a:ext cx="2028825" cy="350490"/>
          </a:xfrm>
          <a:prstGeom prst="roundRect">
            <a:avLst>
              <a:gd name="adj" fmla="val 21741"/>
            </a:avLst>
          </a:prstGeom>
          <a:solidFill>
            <a:srgbClr val="38B2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00325" y="2110680"/>
            <a:ext cx="17973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/ Core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66975" y="2461171"/>
            <a:ext cx="2028825" cy="990600"/>
          </a:xfrm>
          <a:prstGeom prst="rect">
            <a:avLst/>
          </a:prstGeom>
          <a:solidFill>
            <a:srgbClr val="E6FFFA"/>
          </a:solidFill>
          <a:ln w="9525">
            <a:solidFill>
              <a:srgbClr val="81E6D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09850" y="2604046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306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92301" y="2676376"/>
            <a:ext cx="1426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90850" y="2623096"/>
            <a:ext cx="6029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3.12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990850" y="2769691"/>
            <a:ext cx="60296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Language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2609850" y="3004096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805A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79055" y="3063180"/>
            <a:ext cx="169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990850" y="3023146"/>
            <a:ext cx="4763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Plyer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2990850" y="3169741"/>
            <a:ext cx="47636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648200" y="2015430"/>
            <a:ext cx="2028825" cy="350490"/>
          </a:xfrm>
          <a:prstGeom prst="roundRect">
            <a:avLst>
              <a:gd name="adj" fmla="val 21741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81550" y="2110680"/>
            <a:ext cx="17973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48200" y="2461171"/>
            <a:ext cx="2028825" cy="990600"/>
          </a:xfrm>
          <a:prstGeom prst="rect">
            <a:avLst/>
          </a:prstGeom>
          <a:solidFill>
            <a:srgbClr val="FFF5F5"/>
          </a:solidFill>
          <a:ln w="9525">
            <a:solidFill>
              <a:srgbClr val="FEB2B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91075" y="2604046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F793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77246" y="2689771"/>
            <a:ext cx="135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172075" y="2623096"/>
            <a:ext cx="5798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Scikit-learn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5172075" y="2769691"/>
            <a:ext cx="57989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Framework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4791075" y="3004096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15045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82604" y="3089821"/>
            <a:ext cx="1241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172075" y="3023146"/>
            <a:ext cx="6416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Pandas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5172075" y="3169741"/>
            <a:ext cx="6416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Processing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6829425" y="2031653"/>
            <a:ext cx="2028825" cy="350490"/>
          </a:xfrm>
          <a:prstGeom prst="roundRect">
            <a:avLst>
              <a:gd name="adj" fmla="val 21741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962775" y="2126903"/>
            <a:ext cx="17973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29425" y="2477393"/>
            <a:ext cx="2028825" cy="958155"/>
          </a:xfrm>
          <a:prstGeom prst="rect">
            <a:avLst/>
          </a:prstGeom>
          <a:solidFill>
            <a:srgbClr val="FFFFF0"/>
          </a:solidFill>
          <a:ln w="9525">
            <a:solidFill>
              <a:srgbClr val="F6E0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972300" y="2620268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03B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046268" y="2719388"/>
            <a:ext cx="15985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7353300" y="2639318"/>
            <a:ext cx="6076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7353300" y="2785914"/>
            <a:ext cx="6076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Database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6972300" y="3020318"/>
            <a:ext cx="1743075" cy="272355"/>
          </a:xfrm>
          <a:prstGeom prst="roundRect">
            <a:avLst>
              <a:gd name="adj" fmla="val 20984"/>
            </a:avLst>
          </a:prstGeom>
          <a:solidFill>
            <a:srgbClr val="FEFC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048500" y="3096518"/>
            <a:ext cx="16224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44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Lightweight, embedded, ACID compliant</a:t>
            </a:r>
            <a:endParaRPr lang="en-US" sz="6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Architecture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85750" y="1602284"/>
            <a:ext cx="6000750" cy="1618804"/>
          </a:xfrm>
          <a:prstGeom prst="roundRect">
            <a:avLst>
              <a:gd name="adj" fmla="val 7061"/>
            </a:avLst>
          </a:prstGeom>
          <a:solidFill>
            <a:srgbClr val="EDF2F7"/>
          </a:solidFill>
          <a:ln w="19050">
            <a:solidFill>
              <a:srgbClr val="3182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150" y="1754684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502" y="1781324"/>
            <a:ext cx="132070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10/11 Desktop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8150" y="2063204"/>
            <a:ext cx="2800350" cy="1005483"/>
          </a:xfrm>
          <a:prstGeom prst="roundRect">
            <a:avLst>
              <a:gd name="adj" fmla="val 7578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2158454"/>
            <a:ext cx="26620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SafeClick.exe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33400" y="2348954"/>
            <a:ext cx="2609850" cy="182761"/>
          </a:xfrm>
          <a:prstGeom prst="roundRect">
            <a:avLst>
              <a:gd name="adj" fmla="val 20847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0550" y="2387054"/>
            <a:ext cx="25454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main.py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33400" y="2569815"/>
            <a:ext cx="2609850" cy="182761"/>
          </a:xfrm>
          <a:prstGeom prst="roundRect">
            <a:avLst>
              <a:gd name="adj" fmla="val 20847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0550" y="2607915"/>
            <a:ext cx="25454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gui/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33400" y="2790676"/>
            <a:ext cx="2609850" cy="182761"/>
          </a:xfrm>
          <a:prstGeom prst="roundRect">
            <a:avLst>
              <a:gd name="adj" fmla="val 20847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0550" y="2828776"/>
            <a:ext cx="25454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ml_model/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333750" y="2063204"/>
            <a:ext cx="2800350" cy="1005483"/>
          </a:xfrm>
          <a:prstGeom prst="roundRect">
            <a:avLst>
              <a:gd name="adj" fmla="val 7578"/>
            </a:avLst>
          </a:prstGeom>
          <a:solidFill>
            <a:srgbClr val="38B2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29000" y="2158454"/>
            <a:ext cx="26620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29000" y="2348954"/>
            <a:ext cx="2609850" cy="182761"/>
          </a:xfrm>
          <a:prstGeom prst="roundRect">
            <a:avLst>
              <a:gd name="adj" fmla="val 20847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86150" y="2387054"/>
            <a:ext cx="25454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model.pkl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429000" y="2569815"/>
            <a:ext cx="2609850" cy="182761"/>
          </a:xfrm>
          <a:prstGeom prst="roundRect">
            <a:avLst>
              <a:gd name="adj" fmla="val 20847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86150" y="2607915"/>
            <a:ext cx="25454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scan_logs.db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429000" y="2790676"/>
            <a:ext cx="2609850" cy="182761"/>
          </a:xfrm>
          <a:prstGeom prst="roundRect">
            <a:avLst>
              <a:gd name="adj" fmla="val 20847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86150" y="2828776"/>
            <a:ext cx="254546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config.ini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85750" y="3335387"/>
            <a:ext cx="1936700" cy="529530"/>
          </a:xfrm>
          <a:prstGeom prst="roundRect">
            <a:avLst>
              <a:gd name="adj" fmla="val 14390"/>
            </a:avLst>
          </a:prstGeom>
          <a:solidFill>
            <a:srgbClr val="805A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3538" y="3430637"/>
            <a:ext cx="17811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15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3538" y="3636318"/>
            <a:ext cx="17811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Tray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317700" y="3335387"/>
            <a:ext cx="1936700" cy="529530"/>
          </a:xfrm>
          <a:prstGeom prst="roundRect">
            <a:avLst>
              <a:gd name="adj" fmla="val 14390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395488" y="3430637"/>
            <a:ext cx="17811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15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395488" y="3636318"/>
            <a:ext cx="17811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Auto-Start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349651" y="3335387"/>
            <a:ext cx="1936700" cy="529530"/>
          </a:xfrm>
          <a:prstGeom prst="roundRect">
            <a:avLst>
              <a:gd name="adj" fmla="val 14390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27439" y="3430637"/>
            <a:ext cx="17811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15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427439" y="3636318"/>
            <a:ext cx="17811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Clipboard Hook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477000" y="1521470"/>
            <a:ext cx="24288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Structure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77000" y="1776710"/>
            <a:ext cx="2381250" cy="1599605"/>
          </a:xfrm>
          <a:prstGeom prst="roundRect">
            <a:avLst>
              <a:gd name="adj" fmla="val 4764"/>
            </a:avLst>
          </a:prstGeom>
          <a:solidFill>
            <a:srgbClr val="1A20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591300" y="1891010"/>
            <a:ext cx="21957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8D3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SafeClick/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6686550" y="2030016"/>
            <a:ext cx="20985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├── main.py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6686550" y="2169021"/>
            <a:ext cx="20985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├── gui/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6781800" y="2308027"/>
            <a:ext cx="20013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├── dashboard.py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6781800" y="2447032"/>
            <a:ext cx="20013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└── settings.py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6686550" y="2586038"/>
            <a:ext cx="20985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├── core/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6781800" y="2725043"/>
            <a:ext cx="20013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├── monitor.py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6781800" y="2864048"/>
            <a:ext cx="20013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└── classifier.py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6686550" y="3003054"/>
            <a:ext cx="20985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├── models/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6686550" y="3142059"/>
            <a:ext cx="20985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└── requirements.txt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6477000" y="3471565"/>
            <a:ext cx="2381250" cy="474166"/>
          </a:xfrm>
          <a:prstGeom prst="roundRect">
            <a:avLst>
              <a:gd name="adj" fmla="val 16070"/>
            </a:avLst>
          </a:prstGeom>
          <a:solidFill>
            <a:srgbClr val="F0FFF4"/>
          </a:solidFill>
          <a:ln w="9525">
            <a:solidFill>
              <a:srgbClr val="9AE6B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581775" y="3576340"/>
            <a:ext cx="221513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767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Packaging: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6581775" y="3734395"/>
            <a:ext cx="221513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2F8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PyInstaller for .exe creation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2003" y="825847"/>
            <a:ext cx="25398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86250" y="1473547"/>
            <a:ext cx="571500" cy="28575"/>
          </a:xfrm>
          <a:prstGeom prst="rect">
            <a:avLst/>
          </a:prstGeom>
          <a:solidFill>
            <a:srgbClr val="38B2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867049" y="1949797"/>
            <a:ext cx="1701701" cy="1104751"/>
          </a:xfrm>
          <a:prstGeom prst="roundRect">
            <a:avLst>
              <a:gd name="adj" fmla="val 1034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05480" y="2102197"/>
            <a:ext cx="142483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1A20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🏗️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005480" y="2551658"/>
            <a:ext cx="14248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3-Tier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05480" y="2768798"/>
            <a:ext cx="1424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Presentation, Logic, Data layers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721150" y="1883122"/>
            <a:ext cx="1701701" cy="1238101"/>
          </a:xfrm>
          <a:prstGeom prst="roundRect">
            <a:avLst>
              <a:gd name="adj" fmla="val 923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59581" y="2035522"/>
            <a:ext cx="142483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1A20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859581" y="2484983"/>
            <a:ext cx="14248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ML-Powered Detection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59581" y="2702123"/>
            <a:ext cx="1424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 with 30+ features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575250" y="1883122"/>
            <a:ext cx="1701701" cy="1238101"/>
          </a:xfrm>
          <a:prstGeom prst="roundRect">
            <a:avLst>
              <a:gd name="adj" fmla="val 923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13681" y="2035522"/>
            <a:ext cx="142483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1A20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713681" y="2484983"/>
            <a:ext cx="14248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Protection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13681" y="2702123"/>
            <a:ext cx="1424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System-wide clipboard monitoring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920454" y="3502223"/>
            <a:ext cx="736997" cy="247650"/>
          </a:xfrm>
          <a:prstGeom prst="roundRect">
            <a:avLst>
              <a:gd name="adj" fmla="val 61538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029670" y="3559373"/>
            <a:ext cx="5185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3.12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752701" y="3502223"/>
            <a:ext cx="519708" cy="247650"/>
          </a:xfrm>
          <a:prstGeom prst="roundRect">
            <a:avLst>
              <a:gd name="adj" fmla="val 61538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864090" y="3559373"/>
            <a:ext cx="2969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Tkinter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367659" y="3502223"/>
            <a:ext cx="699790" cy="247650"/>
          </a:xfrm>
          <a:prstGeom prst="roundRect">
            <a:avLst>
              <a:gd name="adj" fmla="val 61538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477247" y="3559373"/>
            <a:ext cx="480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Scikit-learn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162699" y="3502223"/>
            <a:ext cx="519857" cy="247650"/>
          </a:xfrm>
          <a:prstGeom prst="roundRect">
            <a:avLst>
              <a:gd name="adj" fmla="val 61538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74086" y="3559373"/>
            <a:ext cx="297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777805" y="3502223"/>
            <a:ext cx="445740" cy="247650"/>
          </a:xfrm>
          <a:prstGeom prst="roundRect">
            <a:avLst>
              <a:gd name="adj" fmla="val 61538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889934" y="3559373"/>
            <a:ext cx="2214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Plyer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091906" y="4130873"/>
            <a:ext cx="29600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1800"/>
              </a:spcBef>
              <a:buNone/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SafeClick - Intelligent Phishing Detection Tool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SafeClick - Project Design &amp; Architecture</dc:title>
  <dc:subject>Major Project Abstract Seminar</dc:subject>
  <dc:creator>Bhoj Reddy Engineering College for Women</dc:creator>
  <cp:lastModifiedBy>Bhoj Reddy Engineering College for Women</cp:lastModifiedBy>
  <cp:revision>1</cp:revision>
  <dcterms:created xsi:type="dcterms:W3CDTF">2026-01-23T02:35:16Z</dcterms:created>
  <dcterms:modified xsi:type="dcterms:W3CDTF">2026-01-23T02:35:16Z</dcterms:modified>
</cp:coreProperties>
</file>